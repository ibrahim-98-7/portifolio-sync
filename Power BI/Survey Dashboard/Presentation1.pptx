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5EE4-9898-907A-807F-305001ADA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56FB3-ED0F-7638-816F-DED624C49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1F7AB-A1CF-AF0B-189E-87532603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0EFF8-BEC0-2F2D-7764-557543E1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46DF-BC29-B61C-0810-A0F4B6C1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4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0BAB-79FF-110B-BD98-415D3F03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1DD22-72A0-27D5-4F84-72AE07829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C7D10-1A1B-363F-6C12-1D561B2E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72B93-3288-75E3-FEDC-FB427D39F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B5FCC-0F89-9448-84B7-2B5DAAD0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1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4674-9C1D-7FE1-ABAE-6FE40B57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F998-EB84-19C2-A9A4-5C619DCBD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1F066-2FE3-F15D-F89A-58A42A259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80C0C-2D89-0B65-38F9-837A8C8E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AA0C4-D528-956B-8612-C0CE4C79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9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7B27-BCE3-586F-7445-0EB5401E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F895B-9C66-3428-B302-A9DE3BE09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341F8-EF5C-7D9E-3D4C-4566802D6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10B32-9D4A-2710-6287-F4D5D820E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CB742-9C83-4116-9484-60625AB3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5B899-7818-C5F9-0F0D-7988DCC5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1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3804-003B-7DAD-11BA-366727778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200C3-ADD9-10C1-31DD-D2AF2C154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A138E-0651-7E73-3819-521DECE13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45C3A-DD96-812C-6872-6E837E3D2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54917-99D1-00F8-A1DC-52B45DAE2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F80CA-3F8D-09D5-AE19-0DF0489D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45A36-76ED-A1EA-A562-FC0F9646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A33AB-FC83-54F2-3783-13DCF239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2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D060-3509-9989-DB36-54C6F42F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77A389-2C95-D6C5-EAA2-55264F7A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1A79E-CADB-E0C6-6D11-9192C455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DF38D-1520-CED6-A48C-BAE3636D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0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FCCBC-621A-23C4-667B-1A20F88F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5F0ED2-9DFE-86B9-8FBA-E9DAE916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54349-2F51-E2B8-29B1-80FEE71F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0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BC34-737F-0C03-B687-C02078B4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2DF13-EC6E-7B3E-D58D-C8221D905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E8651-5AA7-B781-DA8B-C0ACD0855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3AB82-3669-500B-A05D-716207E1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D0A8F-5B8A-8D4F-6714-BDBB26BC0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CD8ED-9339-9222-A5A4-1E9DD64B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9F090-B9F2-758E-54E3-9631075A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CF47D-0631-9390-A1DA-022DE6415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3133A-0B7E-87EE-59CE-34443A5AE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23A82-491F-9712-8353-D5E33F1B8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D83D3-3EFC-15D3-BD1E-0B29293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267D8-1095-768F-1187-E4D6B386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1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2ECF-9555-13C2-9845-E6D0808F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19209-E24B-A63B-14A7-2AF5CE47C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9DBF-389E-20C2-5E4D-454E06C1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3FDD5-F04D-7D42-4701-A83E4F5E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CA1A3-2F4E-2712-BEDA-D16EE247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8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0B870-E8A7-1F4C-E08A-3C2EFC138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24190-E56D-A168-259D-CEC7753CB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BACCC-980F-A042-6E99-4474802A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780B7-4741-4B5E-0B77-EEBA5197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89A2-62AB-C08B-97BD-AEDDB020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2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BE406-320B-4320-82F6-58F070DF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26BEC-4752-1FD8-4FD7-7F30AE798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9F050-7786-2AB6-B0FB-1967B58FF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63A33-123D-4364-ADAF-844B8A0650BA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06850-7B90-C176-56D6-2B5439CCE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D838-83A7-C75A-2DF8-B6AD375E6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1AE4F-977E-4205-AA0A-C22AC3E6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5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181F-0E50-5891-A8B5-0EB6054F3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6D141-05BA-E71E-BFC5-50A81BAA1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ue and yellow lights&#10;&#10;AI-generated content may be incorrect.">
            <a:extLst>
              <a:ext uri="{FF2B5EF4-FFF2-40B4-BE49-F238E27FC236}">
                <a16:creationId xmlns:a16="http://schemas.microsoft.com/office/drawing/2014/main" id="{874DC87E-9152-11B7-E634-B106DA03F9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0887EB-5DB3-E597-E4F8-21979D42998B}"/>
              </a:ext>
            </a:extLst>
          </p:cNvPr>
          <p:cNvSpPr/>
          <p:nvPr/>
        </p:nvSpPr>
        <p:spPr>
          <a:xfrm>
            <a:off x="295275" y="171449"/>
            <a:ext cx="11615738" cy="1397001"/>
          </a:xfrm>
          <a:prstGeom prst="roundRect">
            <a:avLst/>
          </a:prstGeom>
          <a:blipFill dpi="0" rotWithShape="1">
            <a:blip r:embed="rId3">
              <a:alphaModFix amt="19000"/>
            </a:blip>
            <a:srcRect/>
            <a:stretch>
              <a:fillRect/>
            </a:stretch>
          </a:blip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6DB2AB-CA27-C8A8-8401-0546A3BCB355}"/>
              </a:ext>
            </a:extLst>
          </p:cNvPr>
          <p:cNvSpPr/>
          <p:nvPr/>
        </p:nvSpPr>
        <p:spPr>
          <a:xfrm>
            <a:off x="7668197" y="4458176"/>
            <a:ext cx="4242816" cy="2194560"/>
          </a:xfrm>
          <a:prstGeom prst="roundRect">
            <a:avLst/>
          </a:prstGeom>
          <a:blipFill dpi="0" rotWithShape="1">
            <a:blip r:embed="rId3">
              <a:alphaModFix amt="19000"/>
            </a:blip>
            <a:srcRect/>
            <a:stretch>
              <a:fillRect/>
            </a:stretch>
          </a:blip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844E26-2309-AF7D-DCFD-3DFBC92C4C9D}"/>
              </a:ext>
            </a:extLst>
          </p:cNvPr>
          <p:cNvSpPr/>
          <p:nvPr/>
        </p:nvSpPr>
        <p:spPr>
          <a:xfrm>
            <a:off x="3791141" y="1660525"/>
            <a:ext cx="8119872" cy="1268857"/>
          </a:xfrm>
          <a:prstGeom prst="roundRect">
            <a:avLst/>
          </a:prstGeom>
          <a:blipFill dpi="0" rotWithShape="1">
            <a:blip r:embed="rId3">
              <a:alphaModFix amt="19000"/>
            </a:blip>
            <a:srcRect/>
            <a:stretch>
              <a:fillRect/>
            </a:stretch>
          </a:blip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B4681C-F225-8B88-8651-B1D426F3FA0B}"/>
              </a:ext>
            </a:extLst>
          </p:cNvPr>
          <p:cNvSpPr/>
          <p:nvPr/>
        </p:nvSpPr>
        <p:spPr>
          <a:xfrm>
            <a:off x="295274" y="4460875"/>
            <a:ext cx="7277102" cy="2194560"/>
          </a:xfrm>
          <a:prstGeom prst="roundRect">
            <a:avLst/>
          </a:prstGeom>
          <a:blipFill dpi="0" rotWithShape="1">
            <a:blip r:embed="rId3">
              <a:alphaModFix amt="19000"/>
            </a:blip>
            <a:srcRect/>
            <a:stretch>
              <a:fillRect/>
            </a:stretch>
          </a:blip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7A947F-6003-0155-8157-B77DE33A49BA}"/>
              </a:ext>
            </a:extLst>
          </p:cNvPr>
          <p:cNvSpPr/>
          <p:nvPr/>
        </p:nvSpPr>
        <p:spPr>
          <a:xfrm>
            <a:off x="304800" y="1660525"/>
            <a:ext cx="3364992" cy="2671031"/>
          </a:xfrm>
          <a:prstGeom prst="roundRect">
            <a:avLst/>
          </a:prstGeom>
          <a:blipFill dpi="0" rotWithShape="1">
            <a:blip r:embed="rId3">
              <a:alphaModFix amt="19000"/>
            </a:blip>
            <a:srcRect/>
            <a:stretch>
              <a:fillRect/>
            </a:stretch>
          </a:blip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9273B2-191C-8117-29FD-87737C7C32B4}"/>
              </a:ext>
            </a:extLst>
          </p:cNvPr>
          <p:cNvSpPr/>
          <p:nvPr/>
        </p:nvSpPr>
        <p:spPr>
          <a:xfrm>
            <a:off x="3789996" y="3060540"/>
            <a:ext cx="8119872" cy="1271016"/>
          </a:xfrm>
          <a:prstGeom prst="roundRect">
            <a:avLst/>
          </a:prstGeom>
          <a:blipFill dpi="0" rotWithShape="1">
            <a:blip r:embed="rId3">
              <a:alphaModFix amt="19000"/>
            </a:blip>
            <a:srcRect/>
            <a:stretch>
              <a:fillRect/>
            </a:stretch>
          </a:blip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5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Abdelazim</dc:creator>
  <cp:lastModifiedBy>Ibrahim Abdelazim</cp:lastModifiedBy>
  <cp:revision>2</cp:revision>
  <dcterms:created xsi:type="dcterms:W3CDTF">2025-06-15T23:29:33Z</dcterms:created>
  <dcterms:modified xsi:type="dcterms:W3CDTF">2025-06-16T00:28:00Z</dcterms:modified>
</cp:coreProperties>
</file>